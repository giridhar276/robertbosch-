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49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course as practical Python training. Explain that every concept is connected to a small coding example and a mini use case. Set expectation that participants should code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training journey. Start with why Python matters, then move from basic syntax to reusable code, automation, text parsing and object-oriented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very simple definition of Python. Avoid starting with technical jargon. Show the tiny program and explain that variables store data and print displays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Python as a multi-purpose language. Use the banking complaint tracker as a running example that can grow from simple variables to 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IDE means Integrated Development Environment. Recommend VS Code or PyCharm for normal training, and Jupyter for data-oriented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participants through installation verification. Emphasize that terminal errors often come from PATH issues, not from Python code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day to a learning outcome. Day 1 builds syntax confidence, Day 2 builds practical coding ability, and Day 3 builds automation and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Day 1. Briefly preview the topics and tell participants to code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First Python program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Variables and data types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Keywords and naming rules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Working with strings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Math operators and expressions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Taking user input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Command-line parameters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if and elif statements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while loop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for loop and range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Lists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Tuples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Indexing and slicing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enumerate()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List comprehension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Generator expression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exercise to connect multiple Day 1 concepts. Let participants type it, then modify the range to 1-100.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idea of prime numbers quickly. Focus on loops, condition checks and the difference between storing all values versus generating values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Day 2. Briefly preview the topics and tell participants to code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Dictionaries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Dictionary methods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Sets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Function basics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Parameters and return values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Local and global variables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Closures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Decorators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Reading text files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Writing text files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Pickle module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Creating directories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Exception handling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Fibonacci to practice functions and loops. Show that a function can return a list, then extend it by writing to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Day 3. Briefly preview the topics and tell participants to code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Importing modules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Module search path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os library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sys library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psutil library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shutil library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random library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pip installation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Virtual environment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Regular expression basics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Pattern matching with findall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Regex substitution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Class basics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Properties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Class methods and static methods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Inheritance in plain language. First read the explanation, then run the code, then ask participants to change one value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capstone exercise. Explain how it combines file reading, regex and OOP. Make learners identify which topic appears in each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complaint tracker as a recurring story. It is easy to understand and suitable for banking or service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facilitator guidance. It keeps the class practical and prevents too much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 a lightweight assessment approach. Focus on confidence, syntax understanding, debugging and application of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at the end as a memory aid. Encourage learners to keep this slide open while doing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training by emphasizing practice and confidence. Ask learners to complete the capstone use case and revise the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1201400" cy="0"/>
          </a:xfrm>
          <a:prstGeom prst="line">
            <a:avLst/>
          </a:prstGeom>
          <a:noFill/>
          <a:ln w="12700">
            <a:solidFill>
              <a:srgbClr val="58B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Training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78408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🐍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8046720" y="4160520"/>
            <a:ext cx="3474720" cy="1143000"/>
          </a:xfrm>
          <a:prstGeom prst="arc">
            <a:avLst/>
          </a:prstGeom>
          <a:noFill/>
          <a:ln w="38100">
            <a:solidFill>
              <a:srgbClr val="58B3A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A11B"/>
                </a:solidFill>
              </a:rPr>
              <a:t>Learn → Practice → Build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Mapped from the uploaded 3-day Python Training TOC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" y="165506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7099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Before 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47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Python use cases, common IDEs, setup, terminal, first program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3128" y="165506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3128" y="17099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 fundamentals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47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Variables, strings, operators, flow control, sequences, comprehensions, generators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10728" y="165506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17099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0" y="16276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practical coding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1947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Dictionaries, sets, functions, decorators, files, folders, exceptions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514600" y="3429000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24328" y="357530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24328" y="36301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3 automation &amp; 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38679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Modules, libraries, pip, virtual environments, regex, classes and inheritance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263640" y="3429000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73368" y="357530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3368" y="36301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Hands-on practice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8679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Number guessing game, primes, Fibonacci, logs, validation, OOP mini project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Course overview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in simple 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beginner-friendly language for solving real work problems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is a programming language used to give clear instructions to a computer. It is popular because the syntax looks close to English and beginners can write useful programs quickly.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5256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💡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898648"/>
            <a:ext cx="4069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Think of Python as a smart assistant: you provide steps, data and rules; Python runs them consistently.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1527048"/>
            <a:ext cx="4608576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 very small Python program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"Giridhar"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print("Welcome", name)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Output: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Welcome Giridhar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3886200"/>
            <a:ext cx="4754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read and learn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automation, data and AI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community and many libraries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on Windows, macOS and Linux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Python is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Common industry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8745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83794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8928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Data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Clean Excel/CSV data, create reports, analyze trends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993392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63240" y="1691640"/>
            <a:ext cx="18745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83794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2968" y="18928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AI &amp; 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1305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Build models, use LLMs, automate decisions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325112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94960" y="1691640"/>
            <a:ext cx="18745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04688" y="183794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04688" y="18928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Web APIs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21305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Create backend services using FastAPI or Flask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656832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26680" y="1691640"/>
            <a:ext cx="18745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36408" y="183794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36408" y="18928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Automation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21040" y="21305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Rename files, send emails, monitor systems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988552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🧰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012680" y="1691640"/>
            <a:ext cx="18745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22408" y="183794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22408" y="18928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07040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Testing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07040" y="21305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Automate test cases and validate outputs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1274552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05840" y="4617720"/>
            <a:ext cx="102412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33856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🏦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600200" y="4727448"/>
            <a:ext cx="9509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Training example idea: build a small banking complaint tracker using lists, dictionaries, files, regex and classes.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Use cases</a:t>
            </a:r>
            <a:endParaRPr lang="en-US" sz="9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Popular Python IDEs and editors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Choose one tool and practice consistently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8006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156362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Lightweight, popular, extensions, terminal support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Best for: Good for general Python, web, automation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006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73368" y="156362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733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536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PyCharm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8562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Full Python IDE with debugging and project tools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Best for: Good for large projects and professional coding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8006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6968" y="380390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38587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776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Jupyter Notebook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965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Cell-by-cell execution and instant output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Best for: Good for data analysis, teaching and experiments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48006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73368" y="380390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38587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776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IDLE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40965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Comes with Python and is simple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Best for: Good for first-time learners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IDEs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Install once, practice daily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375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56362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Install 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56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Download Python 3.11 or later. During installation, enable Add Python to PATH.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56362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36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Verify installation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56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Open terminal and run python --version or py --version on Windows.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3375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47888" y="156362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1536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Install editor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1856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VS Code, PyCharm, IDLE or Jupyter Notebook depending on training setup.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188720" y="30175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53312" y="3127248"/>
            <a:ext cx="4242816" cy="2157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Check Python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--version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Check pip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 --version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Run a file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hello.py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43891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28816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91C1C"/>
                </a:solidFill>
              </a:rPr>
              <a:t>⚠️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95160" y="3493008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Tip: If python is not recognized, PATH is usually not configured correctly.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Setup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path for 3 days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From basics to reusable Python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315468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197510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20299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1: Write simple programs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Variables → strings → decisions → loops → lists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315468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18888" y="197510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20299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947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2: Write reusable programs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26771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Dictionaries → functions → files → exceptions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15468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22208" y="197510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22208" y="20299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06840" y="1947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3: Write organized programs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26771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Modules → libraries → regex → classes → inheritance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188720" y="4800600"/>
            <a:ext cx="97840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16736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🎯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83080" y="4910328"/>
            <a:ext cx="9052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By the end, learners should be able to read data, process it, handle errors and organize logic into functions and classes.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Roadmap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5087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basics and programming logic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</a:rPr>
              <a:t>variables   •   strings   •   operators   •   flow control   •   lists   •   tuples   •   comprehensions   •   generators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Python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Python script is a text file containing Python instructions. Save it with .py and run it from the terminal.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hello.py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print("Hello Python")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print("I am learning step by step")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Run: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python hello.py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hello.py and print your name, city and learning goal.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Training welcome screen or simple automation log.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Python script is a text file containing Python instructions. Save it with .py and run it from the terminal.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and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Variables are names that store values such as text, numbers, decimals and True/False flags.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"Anita"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 = 29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salary = 45000.50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is_active = True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print(name, age, salary, is_active)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print(type(name), type(age))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variables for customer_name, account_balance and is_kyc_done.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Store customer or transaction details before processing.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are names that store values such as text, numbers, decimals and True/False flags.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Keywords and naming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Python keywords are reserved words. Variable names should be clear, lowercase and meaningful.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keyword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print(keyword.kwlist[:10])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customer_name = "Ravi"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account_balance = 12000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class = "A"  # Wrong: class is a keyword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Rename bad variables like x, a1, amt to meaningful names.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Improve code readability in team projects.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keywords are reserved words. Variable names should be clear, lowercase and meaningful.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with strings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Strings store text. You can combine, slice, format and clean text values.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 = "  Priya Sharma 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print(customer.strip())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print(customer.upper())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print(customer[0:5])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msg = f"Welcome {customer.strip()}"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print(msg)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Clean a name with extra spaces and print a welcome message.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Clean customer names before showing them on a report.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Strings store text. You can combine, slice, format and clean text values.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 operators and expressions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Operators help Python calculate results using addition, subtraction, multiplication, division and modulus.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 = 1000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fee = 25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tax_rate = 0.18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 = amount + fee + (fee * tax_rate)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print(total)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print(10 // 3)  # floor division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print(10 % 3)   # remainder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Calculate final bill amount with tax and fee.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Financial calculations such as late fee, GST or installment estimate.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 help Python calculate results using addition, subtraction, multiplication, division and modulus.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Taking user input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input() reads text from the keyboard. Convert it to int or float when numeric calculation is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input("Enter name: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 = float(input("Enter amount: "))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print(f"Customer {name} paid {amount}")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Ask user for name and transaction amount, then display confirmation.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Simple CLI tool to collect ticket or payment details.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input() reads text from the keyboard. Convert it to int or float when numeric calculation is needed.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Command-line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Command-line arguments allow a script to receive values while running from terminal.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save as greet.py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sys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sys.argv[1]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print(f"Hello {name}")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Run: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python greet.py Giridhar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script that accepts customer ID from command 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Automation scripts that run for a given file name, date or customer ID.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Command-line arguments allow a script to receive values while running from terminal.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and elif statements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Decision statements execute different blocks depending on conditions.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balance = 4500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balance &lt;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print("Overdrawn")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elif balance &lt; 5000: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print("Low balance")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print("Healthy balance")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Classify balances as Overdrawn, Low or Healthy.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Rule-based customer alerts or ticket priority classification.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statements execute different blocks depending on conditions.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while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while loop repeats while a condition remains true. Always update the condition to avoid infinite loops.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count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while count &lt;= 5: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print("Attempt", count)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count += 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print("Done")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Print attempts from 1 to 10 using while loop.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Retry a task until it succeeds or maximum attempts are reached.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while loop repeats while a condition remains true. Always update the condition to avoid infinite loops.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loop and range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for loop is useful when you know the sequence or number of repetitions.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i in range(1,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print(i)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transactions = [100, 200, 150]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amount in transactions: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print("Amount:", amount)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Use for loop to print all transaction amounts.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Process every row in a list of transactions or complaints.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 loop is useful when you know the sequence or number of repetitions.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list stores multiple values in order and can be changed after creation.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amounts = [100, 250, 400]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amounts.append(300)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amounts.remove(250)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print(amounts)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print(sum(amounts))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list of five expenses and calculate total.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Store daily sales, marks, transaction amounts or names.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stores multiple values in order and can be changed after creation.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tuple stores ordered values that should not be changed after creation.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customer_record = (101, "Asha", "Savings")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print(customer_record[0])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print(customer_record[1])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customer_record[1] = "New"  # Not allowed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tuple with employee id, name and department.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Represent fixed records returned from a database.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tuple stores ordered values that should not be changed after creation.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Indexing and slicing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Indexing gets one item. Slicing gets a range of items from a sequence.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"Python"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print(name[0])     # 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print(name[-1])    # 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print(name[0:3])   # Pyt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nums = [10,20,30,40]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print(nums[1:3])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Extract first three characters from product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Read prefixes, suffixes, masked IDs or batch codes.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Indexing gets one item. Slicing gets a range of items from a sequence.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enumerate()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enumerate() gives both position and value while looping through a sequence.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 = ["Asha", "Ravi", "Meena"]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index, name in enumerate(names, start=1):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print(index, name)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Print serial number and participant name.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Generate numbered lists in reports or logs.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enumerate() gives both position and value while looping through a sequence.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 comprehension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List comprehension creates a new list from an existing sequence in one readable 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amounts = [100, 250, 400, 80]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high_amounts = [x for x in amounts if x &gt;= 200]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squares = [n*n for n in range(1,6)]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print(high_amounts)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print(squares)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list of only even numbers from 1 to 20.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Filter high-value transactions from a list.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comprehension creates a new list from an existing sequence in one readable line.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Generator expression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generator produces values one by one, which saves memory for large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amounts = [100, 250, 400, 80]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large_amounts = (x for x in amounts if x &gt;= 200)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amount in large_amounts: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print(amount)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generator for numbers divisible by 5.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Process a very large file one record at a time.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generator produces values one by one, which saves memory for large data.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exercise: number guessing game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Practice input, if/elif, while loop and random number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715000" cy="3749040"/>
          </a:xfrm>
          <a:prstGeom prst="roundRect">
            <a:avLst>
              <a:gd name="adj" fmla="val 1951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81328"/>
            <a:ext cx="538581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random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secret = random.randint(1, 10)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guess = int(input("Guess number 1-10: 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guess == secret: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print("Correct!")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elif guess &lt; secret: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print("Too low")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print("Too high")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417320"/>
            <a:ext cx="4206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30568" y="156362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305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Step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Generate a secret random number.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720840" y="2331720"/>
            <a:ext cx="4206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30568" y="247802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30568" y="25328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Step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Read input from the user and convert it to integer.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720840" y="3246120"/>
            <a:ext cx="4206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339242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0568" y="34472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Step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3685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Compare guess with the secret number.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720840" y="4160520"/>
            <a:ext cx="4206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30568" y="430682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0568" y="43616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Step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4599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Stop the loop only when the answer is correct.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 exercise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exercise: prime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Compare list approach and generator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715000" cy="3794760"/>
          </a:xfrm>
          <a:prstGeom prst="roundRect">
            <a:avLst>
              <a:gd name="adj" fmla="val 1928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35608"/>
            <a:ext cx="538581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Simple prime checker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is_prime(n):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n &lt; 2: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for i in range(2, 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n % i == 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True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primes = [n for n in range(1, 50) if is_prime(n)]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print(primes)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48056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48856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📦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0" y="1709928"/>
            <a:ext cx="3749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List version stores all prime numbers immediately.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2606040"/>
            <a:ext cx="448056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48856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⚙️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Generator version can produce prime numbers one by one.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361188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48856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0" y="3721608"/>
            <a:ext cx="3749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Learning point: choose list for small data, generator for large or streaming data.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1 exercise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9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Day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code and real-world file handling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</a:rPr>
              <a:t>dictionaries   •   sets   •   functions   •   decorators   •   files   •   directories   •   exceptions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E8A3"/>
                </a:solidFill>
              </a:rPr>
              <a:t>Hands-on examples included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Dictionaries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dictionary stores data as key-value pairs, like a mini record.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 =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"id": 101,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"name": "Ravi",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"city": "Hyderabad"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print(customer["name"])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customer["status"] = "Active"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dictionary for a complaint with id, customer, issue and priority.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Represent JSON-like business records in Python.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dictionary stores data as key-value pairs, like a mini record.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Dictionary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Dictionary methods help fetch keys, values, items and default values safely.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 = {"name": "Asha", "city": "Pune"}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print(customer.keys())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print(customer.values())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print(customer.items())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print(customer.get("email", "Not available"))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Use get() to avoid error when phone number is missing.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Safely read optional fields in API or file data.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methods help fetch keys, values, items and default values safely.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set stores unique values. It is useful for removing duplicates and membership checks.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cities = ["Hyd", "Pune", "Hyd", "Delhi"]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unique_cities = set(cities)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print(unique_cities)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"Pune" in unique_cities: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print("Pune exists")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Remove duplicate product names from a list.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Find unique branches, categories or IDs.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set stores unique values. It is useful for removing duplicates and membership checks.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function is a reusable block of code that accepts inputs and returns output.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calculate_total(amount, fee):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total = amount + fee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total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bill = calculate_total(1000, 25)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print(bill)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Write a function to calculate simple interest.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Reuse business formulas instead of copying code.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is a reusable block of code that accepts inputs and returns output.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Parameters and return 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Parameters receive input values. return sends the result back to the caller.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classify_priority(amount):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amount &gt;= 100000: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"High"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elif amount &gt;= 10000: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"Medium"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"Low"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print(classify_priority(50000))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function to classify age group.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Priority classification for transactions or service tickets.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receive input values. return sends the result back to the caller.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and global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Local variables exist inside a function. Global variables exist outside, but should be used carefully.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tax_rate = 0.18  # global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final_price(price):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tax = price * tax_rate  # local tax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price + tax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print(final_price(1000))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local variables inside a function and print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Keep business calculations isolated and predictable.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variables exist inside a function. Global variables exist outside, but should be used carefully.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closure remembers values from the outer function even after the outer function completes.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make_multiplier(factor):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multiply(number):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number * factor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multiply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double = make_multiplier(2)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print(double(10))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discount function that remembers discount rate.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Create reusable calculators with fixed business rules.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closure remembers values from the outer function even after the outer function completes.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Decorators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decorator wraps a function to add extra behavior before or after it runs.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log_call(func):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wrapper():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print("Function started")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func()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print("Function ended")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wrapper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@log_call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greet():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print("Hello")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greet()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decorator that prints execution start and end.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Logging, access checks and timing without changing core function.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decorator wraps a function to add extra behavior before or after it runs.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text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File reading lets Python load text from a file for processing.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open("notes.txt", "r") as file: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content = file.read()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print(content)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with automatically closes the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notes.txt and read it using Python.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Read logs, configuration files or training notes.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reading lets Python load text from a file for processing.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Writing text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File writing saves output so it can be reused outside the program.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lines = ["Python training", "Day 2", "Files"]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open("summary.txt", "w") as file: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for line in lines: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file.write(line +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Write participant names to a text file.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Generate simple reports or output files.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writing saves output so it can be reused outside the program.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Pickle module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pickle stores Python objects in binary format and loads them back later.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pickle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settings = {"theme": "dark", "font": 14}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open("settings.pkl", "wb") as file: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pickle.dump(settings, file)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open("settings.pkl", "rb") as file: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loaded = pickle.load(file)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print(loaded)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Save a dictionary and load it again.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Store Python objects for small demos and model files.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pickle stores Python objects in binary format and loads them back later.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directories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Python can create and organize folders using file-system libraries.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pathlib import Path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folder = Path("reports")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folder.mkdir(exist_ok=True)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file_path = folder / "day2.txt"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file_path.write_text("Training report")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print(file_path.exists())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folder called output and save a file inside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Automatically organize reports by date or department.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can create and organize folders using file-system libraries.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Exception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Exceptions are runtime errors. try/except lets your program recover gracefully.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amount = float(input("Enter amount: 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print(1000 / amount)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except ValueError: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print("Please enter a number")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except ZeroDivisionError: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print("Amount cannot be zero")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finally: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print("Validation completed")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91C1C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Handle invalid number and zero input.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Prevent crashes in user-input and file-processing tools.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are runtime errors. try/except lets your program recover gracefully.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exercise: Fibonacci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Practice functions, loops and lists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248656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fibonacci(count):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numbers = []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a, b = 0,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for _ in range(count):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numbers.append(a)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a, b = b, a + 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numbers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print(fibonacci(10))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463040"/>
            <a:ext cx="42062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39128" y="160934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39128" y="16642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581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Create a function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19019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Function receives count as input.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629400" y="2331720"/>
            <a:ext cx="42062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39128" y="247802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39128" y="25328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Initialize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770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Start with 0 and 1.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629400" y="3200400"/>
            <a:ext cx="42062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39128" y="334670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34015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Loop and append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363931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Add each number to a list.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629400" y="4069080"/>
            <a:ext cx="42062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39128" y="421538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427024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Return result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507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Return the final list to caller.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629400" y="5074920"/>
            <a:ext cx="4206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57416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➕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223760" y="5184648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Extension: write the output to fibonacci.txt.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2 exercise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1257"/>
            <a:ext cx="12191695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Modules, libraries, regex and 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</a:rPr>
              <a:t>imports   •   built-in libraries   •   pip   •   virtual environments   •   regular expressions   •   classes   •   inheritance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Importing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Modules are Python files or libraries that provide reusable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random as rnd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datetime import date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print(math.sqrt(25))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print(rnd.randint(1, 10))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print(date.today())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Import math and calculate square root of three numbers.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Reuse ready-made capabilities instead of writing from scratch.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are Python files or libraries that provide reusable code.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search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Python searches specific folders when importing modules. sys.path shows those folders.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sys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path in sys.path[:5]: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print(path)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Current folder is usually searched 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Print sys.path and observe current project path.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Understand why import errors happen in projects.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searches specific folders when importing modules. sys.path shows those folders.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os helps work with folders, environment variables and operating-system tasks.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print(os.getcwd())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print(os.listdir("."))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print(os.getenv("PATH")[:50])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Print current directory and files in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Build scripts that inspect and manage folder contents.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helps work with folders, environment variables and operating-system tasks.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sys gives access to command-line arguments and interpreter details.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sys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print(sys.version)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print(sys.platform)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print(sys.argv)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Run: python app.py input.csv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Run a script with one argument and print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CLI tools for file processing and automation.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 gives access to command-line arguments and interpreter details.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psutil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psutil gives system monitoring details such as CPU and memory usage.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psutil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print("CPU %", psutil.cpu_percent(interval=1))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print("Memory", psutil.virtual_memory().percent)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Install psutil and print CPU and memory usage.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Basic health check script for a laptop or server.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psutil gives system monitoring details such as CPU and memory usage.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shutil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shutil helps copy, move, archive and remove files or folders.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shutil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shutil.copy("summary.txt", "backup_summary.txt")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shutil.move("old.txt", "archive/old.txt")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shutil.make_archive("reports", "zip", "reports")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Copy one text file to a backup file.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Create automated file backup or report archive.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shutil helps copy, move, archive and remove files or folders.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random is useful for random numbers, choices, shuffling and simulations.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random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 = ["Asha", "Ravi", "Meena"]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print(random.choice(names))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random.shuffle(names)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print(names)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Randomly select a quiz participant name.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Sampling records, games, simulations and test data generation.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is useful for random numbers, choices, shuffling and simulations.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 installation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pip installs third-party packages from Python package repositories.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Install a package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 install requests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Check installed packages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 list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Use package in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requests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Install requests and import it in Python.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Add external capabilities such as APIs, Excel, data analysis and AI tools.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 installs third-party packages from Python package repositories.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Virtual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virtual environment keeps project packages separate from global Python.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Create environment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-m venv .venv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Activate - Windows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.venvScriptsactivate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Activate - macOS/Linux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source .venv/bin/activate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 install requests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and activate a virtual environment.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Avoid package conflicts across different projects.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virtual environment keeps project packages separate from global Python.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 expression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Regex finds text patterns such as emails, numbers, dates and IDs.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 = "Customer email: user@example.com"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pattern = r"[w.-]+@[w.-]+"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match = re.search(pattern, text)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print(match.group())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Extract an email address from a sentence.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Validate or extract information from logs and text files.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finds text patterns such as emails, numbers, dates and IDs.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matching with findall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findall returns all matching values from text.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 = "IDs: C101, C205, C309"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ids = re.findall(r"Cd+", text)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print(ids)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Find all amounts from a text paragraph.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Extract case IDs or product codes from messages.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findall returns all matching values from text.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Regex substitution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re.sub replaces matching patterns with a new value.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 = "Card 1234-5678-9999-1111"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masked = re.sub(r"d{4}-d{4}-d{4}-d{4}",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"XXXX-XXXX-XXXX-XXXX", text)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print(masked)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47857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Mask phone numbers in sample 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Data privacy masking before sharing logs.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re.sub replaces matching patterns with a new value.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class is a blueprint for creating objects with data and behavior.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Customer: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__init__(self, name, city):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self.name =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self.city = city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display(self):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print(self.name, self.city)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c1 = Customer("Asha", "Hyderabad")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c1.display()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an Employee class with name and department.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Represent real entities like Customer, Ticket or Product.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 is a blueprint for creating objects with data and behavior.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Properties provide controlled access to class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Account: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__init__(self, balance):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self._balance = balance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@property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balance(self):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self._balance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acct = Account(5000)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print(acct.balance)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read-only property for employee_id.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Protect important object values from accidental change.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Properties provide controlled access to class data.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methods and static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Class methods work with class-level data. Static methods are utility functions inside a class.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BankUtils: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bank_name = "ABC Bank"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@classmethod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get_bank(cls):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cls.bank_name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@staticmethod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mask_account(acct):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"XXXX" + acct[-4:]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print(BankUtils.get_bank())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print(BankUtils.mask_account("1234567890"))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a static method to validate email format.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Keep related helper functions near the class.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methods work with class-level data. Static methods are utility functions inside a class.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Inheritance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Inheritance lets one class reuse and extend another class.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27048"/>
            <a:ext cx="515721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Employee: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__init__(self, name):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self.name = name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work(self):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print(self.name, "is working")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Trainer(Employee):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teach(self):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print(self.name, "is teaching Python")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trainer = Trainer("Giridhar")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trainer.work()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trainer.teach()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50749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28D9"/>
                </a:solidFill>
              </a:rPr>
              <a:t>✍️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681728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Practice: Create Manager class that inherits from Employee.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457200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5976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4681728"/>
            <a:ext cx="4069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Use case: Reuse common behavior across related business roles.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45262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Inheritance lets one class reuse and extend another class.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code from top to bottom.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it, change one value, and observe output.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mini project: log analyzer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Use files, regex, dictionaries, functions and classes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897880" cy="3886200"/>
          </a:xfrm>
          <a:prstGeom prst="roundRect">
            <a:avLst>
              <a:gd name="adj" fmla="val 1882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35608"/>
            <a:ext cx="5568696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pathlib import Path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LogAnalyzer: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__init__(self, file_path):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self.file_path = Path(file_path)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def extract_errors(self):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text = self.file_path.read_text()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re.findall(r"ERROR:.*", text)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analyzer = LogAnalyzer("app.log")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print(analyzer.extract_errors())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06908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13448" y="156362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1344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536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185623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Read app.log from a folder.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03720" y="2240280"/>
            <a:ext cx="406908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13448" y="238658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13448" y="244144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2359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0" y="267919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regex to find ERROR lines.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903720" y="3063240"/>
            <a:ext cx="406908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13448" y="320954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13448" y="32644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3182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350215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Put logic inside LogAnalyzer class.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903720" y="3886200"/>
            <a:ext cx="406908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13448" y="403250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13448" y="40873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005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Output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432511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Print or save extracted errors.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903720" y="4892040"/>
            <a:ext cx="40690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31736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➕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498080" y="5001768"/>
            <a:ext cx="3337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Extension: count errors by type and write summary.txt.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Day 3 mini project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use case: complaint tracker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Build gradually across Day 1, Day 2 and Day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5204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156362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1 version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variables, lists, if/elif and loops to store and classify complaints.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5204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56362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36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2 version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56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dictionaries, functions, file writing and exception handling.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204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02168" y="156362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02168" y="1618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1536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Day 3 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1856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regex to validate IDs and classes to model Complaint objects.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005840" y="315468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70432" y="3264408"/>
            <a:ext cx="4608576" cy="2020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Simple complaint record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complaint =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"id": "C101",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"customer": "Asha",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"issue": "Payment failed",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"amount": 320,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"priority": "High"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print(complaint)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657600"/>
            <a:ext cx="44348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65976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🏦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32320" y="3767328"/>
            <a:ext cx="37033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This running use case helps learners see how small concepts become a complete application.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Use case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flow for each topic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 repeatable way to teach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609344"/>
            <a:ext cx="393192" cy="393192"/>
          </a:xfrm>
          <a:prstGeom prst="ellipse">
            <a:avLst/>
          </a:prstGeom>
          <a:solidFill>
            <a:srgbClr val="0F9F8F"/>
          </a:solidFill>
          <a:ln w="1270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6642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Explain simply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Define the concept in plain language and show where it is used.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60934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6642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81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Show tiny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Use 5 to 10 lines of code first. Avoid long programs at the beginning.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56448" y="1609344"/>
            <a:ext cx="393192" cy="3931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6448" y="16642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41080" y="1581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Run and change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Ask learners to change one value and observe the output.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606040" y="352044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15768" y="3666744"/>
            <a:ext cx="393192" cy="3931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15768" y="37216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639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Connect use case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39593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Relate the topic to a real task like validation, report or automation.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73368" y="3666744"/>
            <a:ext cx="393192" cy="3931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3368" y="37216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639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</a:rPr>
              <a:t>Give practice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9593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B5563"/>
                </a:solidFill>
              </a:rPr>
              <a:t>End with a small exercise that combines the topic with earlier learning.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Trainer guide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plan and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Check understanding without making it complex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1206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every topic: 5-minute code-along example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every section: 10-minute mini task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Day 1: number guessing + primes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Day 2: Fibonacci + file report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Day 3: log analyzer or complaint tracker mini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508760"/>
            <a:ext cx="438912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0F9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0256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F8F"/>
                </a:solidFill>
              </a:rPr>
              <a:t>✅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86600" y="1618488"/>
            <a:ext cx="3657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Assessment idea: ask learners to explain code output before running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2606040"/>
            <a:ext cx="4389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0256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91C1C"/>
                </a:solidFill>
              </a:rPr>
              <a:t>🛠️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86600" y="2715768"/>
            <a:ext cx="3657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Debugging idea: give intentionally broken code and ask them to fix indentation, variable names and exceptions.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3977640"/>
            <a:ext cx="438912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E4A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0256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A11B"/>
                </a:solidFill>
              </a:rPr>
              <a:t>🏁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86600" y="4087368"/>
            <a:ext cx="3657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 idea: create a CLI application that reads data, validates it and saves a summary.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Assessment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reference: syntax cheat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Most-used patterns for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81328"/>
            <a:ext cx="3191256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variable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= "Asha"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decision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amount &gt; 1000: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print("High")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loop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item in items: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print(item)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function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add(a, b):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a + 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99432" y="1481328"/>
            <a:ext cx="3191256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list comprehension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[x*x for x in range(5)]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dictionary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record = {"id": 1, "name": "Ravi"}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file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open("a.txt") as f: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data = f.read()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class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Employee: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pass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83880" y="137160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48472" y="1481328"/>
            <a:ext cx="2916936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exception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try: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value = int(text)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except ValueError: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print("Invalid")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regex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re.findall(r"d+", text)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import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pathlib import Path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Cheat sheet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875520" y="1188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</a:rPr>
              <a:t>🐍</a:t>
            </a:r>
            <a:endParaRPr lang="en-US" sz="6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8789</Words>
  <Application>Microsoft Macintosh PowerPoint</Application>
  <PresentationFormat>Widescreen</PresentationFormat>
  <Paragraphs>1340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Aptos Display</vt:lpstr>
      <vt:lpstr>Arial</vt:lpstr>
      <vt:lpstr>Liberation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Training - Step by Step</dc:title>
  <dc:subject>Python Training Day 1 to Day 3</dc:subject>
  <dc:creator>OpenAI</dc:creator>
  <cp:lastModifiedBy>Giridhar Sripathi</cp:lastModifiedBy>
  <cp:revision>6</cp:revision>
  <dcterms:created xsi:type="dcterms:W3CDTF">2026-07-17T05:45:25Z</dcterms:created>
  <dcterms:modified xsi:type="dcterms:W3CDTF">2026-07-17T05:55:52Z</dcterms:modified>
</cp:coreProperties>
</file>